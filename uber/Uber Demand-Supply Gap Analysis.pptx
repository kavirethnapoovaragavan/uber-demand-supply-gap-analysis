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3" r:id="rId11"/>
    <p:sldId id="274" r:id="rId12"/>
    <p:sldId id="275" r:id="rId13"/>
    <p:sldId id="276" r:id="rId14"/>
    <p:sldId id="277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41" autoAdjust="0"/>
  </p:normalViewPr>
  <p:slideViewPr>
    <p:cSldViewPr snapToGrid="0">
      <p:cViewPr>
        <p:scale>
          <a:sx n="66" d="100"/>
          <a:sy n="66" d="100"/>
        </p:scale>
        <p:origin x="1229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B174C-1384-2C6B-3EAF-4AB653C6F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8BA70-CA6B-22BF-D624-7B2C2E5C4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0688E-9740-907B-29CA-59C4367F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2D043-E63A-1D4D-68FA-489E2CB3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386F8-FBAF-5D1B-47A8-F004F2780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27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E95BB-8EC7-9B03-528C-A0AA1C9BF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CE821-D856-B8E7-C231-3DE5CB8E2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ABB93-6B8F-4F8D-555A-8ED884F93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14EB4-1980-31EB-BDE6-9688F0CE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03B48-8B60-EECC-3FD9-D31D8951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05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BCCCA-7A8C-FC59-9376-7E272354B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D57CD-99C6-A57F-3FC2-92315DB6F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E5918-E831-75BD-B3F9-698BE17E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8D4C0-9D47-6F0D-4B91-1C4E76AD1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55330-4439-632B-C4F0-BF8D255C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44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8D17-170A-8DFB-EF0F-AC5253D7A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9EAC6-2137-8D4D-3418-0FE156E82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FDC28-8D38-341A-C319-53ED24AE8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29A45-CCCE-5E94-92E7-5B89A57D8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B89E7-EA6D-F4A9-F6CE-C1F3AEEB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F9170-56B7-5BD7-4464-0FC873CC2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0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C2ACC-6C64-A4CA-D20E-5C46BE7F3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2A950-013D-69C0-4B36-9046A1E08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51341-7613-FC13-3C0F-ECC4BE244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2CFEE-E7E4-3434-3186-A6D022B03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0960A-5E23-EF33-7D40-5744DE9C8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68CFB-22C1-67CE-E8A7-142DB978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6411E6-746D-84AB-8E26-0835ED78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17FE94-A720-653E-1647-BC00CF88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157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5D62-8F56-6987-57E4-CB15C822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79A40-9E0A-C35C-00D3-15C4D2C6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3AB56-D138-8FD0-FDFA-13E30A6A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9D9F9-85B6-86F7-39F2-B16669E7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6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8EC73-3660-A11D-7B3D-98ACBA4E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BEC62-766C-B8A8-D8BB-58ECDDEE3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E20CD-100B-0634-5446-6EB85718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84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7F21F-ABFA-61A7-41FA-6451CBD97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49BAE-51E4-FCFF-3BBB-915BF71D7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85BB8-74FB-53A8-1BD5-03CE1F1EB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12D89-5163-604A-A463-109CB65EC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F5C6B-5341-90E3-C07E-4B5B8D16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55282-5859-23D6-6489-655B643B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40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A252-1EA2-4F7A-9EB4-669FD3384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126B3-9ADA-5A43-B729-BA364A995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DDEA4-CD42-ADE7-E037-2BDB2F4F9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2CD6A-76E1-5817-7F81-BD3DE537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85E83-6A9D-79A4-58D2-3A6ED058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BAD96-BB9E-B525-51D8-DCA011E4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179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F9ED-C3AC-C86E-56D3-BDD76F896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6A0FF-E51E-7756-6B88-C14B7E01C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77B7D-C904-F1EB-6FC6-A0E49972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611F-9036-B620-21F1-4A831601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A19BA-4B67-9298-32CF-28D06A664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153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004015-34E4-1154-1F9D-39C3DCFA5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3977F-3619-BB6B-E329-473A30269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F8D91-2914-00A4-614E-60008AC9B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BC1D6-E012-3ACB-0EE0-0874C1CF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E8CCB-94F2-113F-105A-01044C03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92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8BD47-AA85-FAEE-D95A-7D6CC6314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29E99-ED1F-9B69-83C1-8E495622C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0BDEA-5C66-D8DF-D9FA-6EA980DD4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3ABEE-5408-4840-A495-25C442BA47D1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447CD-214A-60F8-71B6-07B809001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D9450-FA54-A16D-C7E5-FB3F9F00D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85EBE-75B7-4FD5-8E0B-6B1E7F020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28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30FA-D0E6-0AC6-B4BD-0D086C829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       </a:t>
            </a:r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Uber Demand-Supply Gap Analysis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40C20-7F4B-54B0-2F6C-A427B5E3B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75175"/>
          </a:xfrm>
        </p:spPr>
        <p:txBody>
          <a:bodyPr/>
          <a:lstStyle/>
          <a:p>
            <a:pPr marL="0" indent="0" defTabSz="1168400">
              <a:buNone/>
              <a:tabLst>
                <a:tab pos="1431925" algn="l"/>
              </a:tabLst>
            </a:pPr>
            <a:r>
              <a:rPr lang="en-IN" dirty="0"/>
              <a:t>	</a:t>
            </a:r>
          </a:p>
          <a:p>
            <a:pPr marL="0" indent="0" defTabSz="1168400">
              <a:buNone/>
              <a:tabLst>
                <a:tab pos="1431925" algn="l"/>
              </a:tabLst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	Tool Used:</a:t>
            </a:r>
          </a:p>
          <a:p>
            <a:pPr lvl="4"/>
            <a:r>
              <a:rPr lang="en-IN" dirty="0"/>
              <a:t>Python</a:t>
            </a:r>
          </a:p>
          <a:p>
            <a:pPr lvl="4"/>
            <a:r>
              <a:rPr lang="en-IN" dirty="0"/>
              <a:t>SQL</a:t>
            </a:r>
          </a:p>
          <a:p>
            <a:pPr lvl="4"/>
            <a:r>
              <a:rPr lang="en-IN" dirty="0"/>
              <a:t>Excel</a:t>
            </a:r>
          </a:p>
          <a:p>
            <a:pPr marL="1828800" lvl="4" indent="0">
              <a:buNone/>
            </a:pPr>
            <a:r>
              <a:rPr lang="en-IN" dirty="0"/>
              <a:t>																																																																															Prepared By:</a:t>
            </a:r>
          </a:p>
          <a:p>
            <a:pPr marL="1828800" lvl="4" indent="0">
              <a:buNone/>
            </a:pPr>
            <a:r>
              <a:rPr lang="en-IN" dirty="0"/>
              <a:t>							Kavirethna P</a:t>
            </a:r>
          </a:p>
        </p:txBody>
      </p:sp>
    </p:spTree>
    <p:extLst>
      <p:ext uri="{BB962C8B-B14F-4D97-AF65-F5344CB8AC3E}">
        <p14:creationId xmlns:p14="http://schemas.microsoft.com/office/powerpoint/2010/main" val="376975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2D25-A033-E1AF-DA26-40DEC82B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6CE4-A98B-3F99-4BD9-A4D106BAE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Challenges Faced by Uber:</a:t>
            </a:r>
            <a:br>
              <a:rPr lang="en-IN" dirty="0"/>
            </a:br>
            <a:r>
              <a:rPr lang="en-IN" dirty="0"/>
              <a:t>	• Ride cancellations</a:t>
            </a:r>
            <a:br>
              <a:rPr lang="en-IN" dirty="0"/>
            </a:br>
            <a:r>
              <a:rPr lang="en-IN" dirty="0"/>
              <a:t>         	• No Cars Available issues</a:t>
            </a:r>
            <a:br>
              <a:rPr lang="en-IN" dirty="0"/>
            </a:br>
            <a:r>
              <a:rPr lang="en-IN" dirty="0"/>
              <a:t>	• Driver shortages during peak hours</a:t>
            </a:r>
            <a:br>
              <a:rPr lang="en-IN" dirty="0"/>
            </a:br>
            <a:r>
              <a:rPr lang="en-IN" dirty="0"/>
              <a:t>	• Customer dissatisfaction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Project Objective: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	</a:t>
            </a:r>
            <a:r>
              <a:rPr lang="en-IN" dirty="0"/>
              <a:t>Identify the demand-supply gap and provide business recommendations.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878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CFC6-8DF8-A41C-372A-DE1DC6579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5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DATASET OVERVIEW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F5D3F-D5EF-D008-F62C-7A1773B4C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320"/>
            <a:ext cx="10515600" cy="46326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Dataset Size:</a:t>
            </a:r>
            <a:r>
              <a:rPr lang="en-IN" dirty="0"/>
              <a:t> 6745 Records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Important Fields: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	</a:t>
            </a:r>
            <a:r>
              <a:rPr lang="en-IN" dirty="0"/>
              <a:t>• Request ID</a:t>
            </a:r>
            <a:br>
              <a:rPr lang="en-IN" dirty="0"/>
            </a:br>
            <a:r>
              <a:rPr lang="en-IN" dirty="0"/>
              <a:t>	• Pickup Point</a:t>
            </a:r>
            <a:br>
              <a:rPr lang="en-IN" dirty="0"/>
            </a:br>
            <a:r>
              <a:rPr lang="en-IN" dirty="0"/>
              <a:t>	• Driver ID</a:t>
            </a:r>
            <a:br>
              <a:rPr lang="en-IN" dirty="0"/>
            </a:br>
            <a:r>
              <a:rPr lang="en-IN" dirty="0"/>
              <a:t>	• Status</a:t>
            </a:r>
            <a:br>
              <a:rPr lang="en-IN" dirty="0"/>
            </a:br>
            <a:r>
              <a:rPr lang="en-IN" dirty="0"/>
              <a:t>	• Request Timestamp</a:t>
            </a:r>
            <a:br>
              <a:rPr lang="en-IN" dirty="0"/>
            </a:br>
            <a:r>
              <a:rPr lang="en-IN" dirty="0"/>
              <a:t>	• Drop Timestamp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Status Categories: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	</a:t>
            </a:r>
            <a:r>
              <a:rPr lang="en-IN" dirty="0"/>
              <a:t>• Trip Completed</a:t>
            </a:r>
            <a:br>
              <a:rPr lang="en-IN" dirty="0"/>
            </a:br>
            <a:r>
              <a:rPr lang="en-IN" dirty="0"/>
              <a:t>	• Cancelled</a:t>
            </a:r>
            <a:br>
              <a:rPr lang="en-IN" dirty="0"/>
            </a:br>
            <a:r>
              <a:rPr lang="en-IN" dirty="0"/>
              <a:t>	• No Cars Available</a:t>
            </a:r>
          </a:p>
          <a:p>
            <a:pPr marL="0" indent="0">
              <a:buNone/>
            </a:pP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FC22-132D-1DC6-33DC-D79BAB8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CLEANING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8F74E-C94B-3DCD-4053-C22F1EB29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Activities Performed:</a:t>
            </a:r>
            <a:br>
              <a:rPr lang="en-IN" dirty="0"/>
            </a:br>
            <a:r>
              <a:rPr lang="en-IN" dirty="0"/>
              <a:t>	• Datetime Conversion</a:t>
            </a:r>
            <a:br>
              <a:rPr lang="en-IN" dirty="0"/>
            </a:br>
            <a:r>
              <a:rPr lang="en-IN" dirty="0"/>
              <a:t>	• Missing Value Analysis</a:t>
            </a:r>
            <a:br>
              <a:rPr lang="en-IN" dirty="0"/>
            </a:br>
            <a:r>
              <a:rPr lang="en-IN" dirty="0"/>
              <a:t>	• Request Hour Creation</a:t>
            </a:r>
            <a:br>
              <a:rPr lang="en-IN" dirty="0"/>
            </a:br>
            <a:r>
              <a:rPr lang="en-IN" dirty="0"/>
              <a:t>	• Time Slot Creation</a:t>
            </a:r>
            <a:br>
              <a:rPr lang="en-IN" dirty="0"/>
            </a:br>
            <a:r>
              <a:rPr lang="en-IN" dirty="0"/>
              <a:t>	• Data Type Standardization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Observation: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	</a:t>
            </a:r>
            <a:r>
              <a:rPr lang="en-IN" dirty="0"/>
              <a:t>Missing values were business-valid and retained for analysis.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03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9E8A-4ACE-EC54-EF3E-A976C941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5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RIDE STATUS ANALYSIS</a:t>
            </a:r>
            <a:br>
              <a:rPr lang="en-IN" dirty="0"/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E40B2D9-D66D-2DCE-A328-DDD0EF3D8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30" y="1368584"/>
            <a:ext cx="6868053" cy="41208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6109F5-54C6-8E68-1BAC-4EB94FAB03A4}"/>
              </a:ext>
            </a:extLst>
          </p:cNvPr>
          <p:cNvSpPr txBox="1"/>
          <p:nvPr/>
        </p:nvSpPr>
        <p:spPr>
          <a:xfrm>
            <a:off x="8199120" y="231977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Findings:</a:t>
            </a:r>
          </a:p>
          <a:p>
            <a:r>
              <a:rPr lang="en-IN" dirty="0"/>
              <a:t>	• Trip Completed: 2831</a:t>
            </a:r>
            <a:br>
              <a:rPr lang="en-IN" dirty="0"/>
            </a:br>
            <a:r>
              <a:rPr lang="en-IN" dirty="0"/>
              <a:t>	• No Cars Available: 2650</a:t>
            </a:r>
            <a:br>
              <a:rPr lang="en-IN" dirty="0"/>
            </a:br>
            <a:r>
              <a:rPr lang="en-IN" dirty="0"/>
              <a:t>	• Cancelled: 1264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3A57CA-03C6-8DAC-0B0B-6F86636CD802}"/>
              </a:ext>
            </a:extLst>
          </p:cNvPr>
          <p:cNvSpPr txBox="1"/>
          <p:nvPr/>
        </p:nvSpPr>
        <p:spPr>
          <a:xfrm>
            <a:off x="1218830" y="5489416"/>
            <a:ext cx="7147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Business Impact:</a:t>
            </a:r>
          </a:p>
          <a:p>
            <a:r>
              <a:rPr lang="en-IN" dirty="0"/>
              <a:t>	Large number of unsuccessful ride requests.</a:t>
            </a:r>
          </a:p>
        </p:txBody>
      </p:sp>
    </p:spTree>
    <p:extLst>
      <p:ext uri="{BB962C8B-B14F-4D97-AF65-F5344CB8AC3E}">
        <p14:creationId xmlns:p14="http://schemas.microsoft.com/office/powerpoint/2010/main" val="204559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DC9A-0BE0-EF31-5B5E-5AF101FB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HOURLY DEMAND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44F34A-BF81-D2D3-1970-5C33D0920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313" y="1409065"/>
            <a:ext cx="7311047" cy="3914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09E817-D203-24D9-39FF-D49278724F17}"/>
              </a:ext>
            </a:extLst>
          </p:cNvPr>
          <p:cNvSpPr txBox="1"/>
          <p:nvPr/>
        </p:nvSpPr>
        <p:spPr>
          <a:xfrm>
            <a:off x="8595360" y="2229168"/>
            <a:ext cx="3505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Findings:</a:t>
            </a:r>
          </a:p>
          <a:p>
            <a:r>
              <a:rPr lang="en-IN" dirty="0"/>
              <a:t>	• Demand concentrated during specific hours</a:t>
            </a:r>
            <a:br>
              <a:rPr lang="en-IN" dirty="0"/>
            </a:br>
            <a:r>
              <a:rPr lang="en-IN" dirty="0"/>
              <a:t>	• Peak-hour demand exceeds driver availability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8FFF0-E8D1-BAA8-1077-E13D4F9B943B}"/>
              </a:ext>
            </a:extLst>
          </p:cNvPr>
          <p:cNvSpPr txBox="1"/>
          <p:nvPr/>
        </p:nvSpPr>
        <p:spPr>
          <a:xfrm>
            <a:off x="1404156" y="55958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Business Impact:</a:t>
            </a:r>
          </a:p>
          <a:p>
            <a:r>
              <a:rPr lang="en-IN" dirty="0"/>
              <a:t>	Higher demand-supply gap during peak periods.</a:t>
            </a:r>
          </a:p>
        </p:txBody>
      </p:sp>
    </p:spTree>
    <p:extLst>
      <p:ext uri="{BB962C8B-B14F-4D97-AF65-F5344CB8AC3E}">
        <p14:creationId xmlns:p14="http://schemas.microsoft.com/office/powerpoint/2010/main" val="1742864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E9989-DA7C-6621-0831-2760CC98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 CARS AVAILABLE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5EC728-1F39-DD3C-608C-2CBC1297D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353" y="1398905"/>
            <a:ext cx="7524407" cy="42313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4BB5C6-FDFE-1F03-6010-7432ACA243E5}"/>
              </a:ext>
            </a:extLst>
          </p:cNvPr>
          <p:cNvSpPr txBox="1"/>
          <p:nvPr/>
        </p:nvSpPr>
        <p:spPr>
          <a:xfrm>
            <a:off x="8808720" y="2355866"/>
            <a:ext cx="3383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Findings:</a:t>
            </a:r>
          </a:p>
          <a:p>
            <a:r>
              <a:rPr lang="en-IN" dirty="0"/>
              <a:t>	• Significant driver shortage observed</a:t>
            </a:r>
            <a:br>
              <a:rPr lang="en-IN" dirty="0"/>
            </a:br>
            <a:r>
              <a:rPr lang="en-IN" dirty="0"/>
              <a:t>	• Supply unable to meet customer demand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B1B1AE-44F0-C9E8-ED78-468D8D7BCD44}"/>
              </a:ext>
            </a:extLst>
          </p:cNvPr>
          <p:cNvSpPr txBox="1"/>
          <p:nvPr/>
        </p:nvSpPr>
        <p:spPr>
          <a:xfrm>
            <a:off x="1605280" y="56302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Business Impact:</a:t>
            </a:r>
          </a:p>
          <a:p>
            <a:r>
              <a:rPr lang="en-IN" dirty="0"/>
              <a:t>	Lost revenue and poor customer experience.</a:t>
            </a:r>
          </a:p>
        </p:txBody>
      </p:sp>
    </p:spTree>
    <p:extLst>
      <p:ext uri="{BB962C8B-B14F-4D97-AF65-F5344CB8AC3E}">
        <p14:creationId xmlns:p14="http://schemas.microsoft.com/office/powerpoint/2010/main" val="42127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EC903-9175-DCE6-544F-C16E263F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CANCELLATION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2D4CE3-5F2A-9DA7-AD3E-BAF4FB553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73" y="1253331"/>
            <a:ext cx="7849527" cy="4281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3D43AC-985B-11BC-E046-49F0A9AE1AD5}"/>
              </a:ext>
            </a:extLst>
          </p:cNvPr>
          <p:cNvSpPr txBox="1"/>
          <p:nvPr/>
        </p:nvSpPr>
        <p:spPr>
          <a:xfrm>
            <a:off x="8890000" y="2275602"/>
            <a:ext cx="3230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Findings:</a:t>
            </a:r>
          </a:p>
          <a:p>
            <a:r>
              <a:rPr lang="en-IN" dirty="0"/>
              <a:t>	• Driver cancellations contribute significantly to failed rides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01E26D-F782-D6CB-2AF0-349436B30BFD}"/>
              </a:ext>
            </a:extLst>
          </p:cNvPr>
          <p:cNvSpPr txBox="1"/>
          <p:nvPr/>
        </p:nvSpPr>
        <p:spPr>
          <a:xfrm>
            <a:off x="1183870" y="5534891"/>
            <a:ext cx="6101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Business Impact:</a:t>
            </a:r>
          </a:p>
          <a:p>
            <a:r>
              <a:rPr lang="en-IN" dirty="0"/>
              <a:t>	Reduced customer trust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115973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71C54-1F6F-C365-C124-5BE239F7D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AIRPORT VS CITY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B2508A-01E6-F1ED-F0A1-660060183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194" y="1253331"/>
            <a:ext cx="7977453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6D12FE-72F3-0914-F01F-5111DABA226F}"/>
              </a:ext>
            </a:extLst>
          </p:cNvPr>
          <p:cNvSpPr txBox="1"/>
          <p:nvPr/>
        </p:nvSpPr>
        <p:spPr>
          <a:xfrm>
            <a:off x="9436262" y="2344402"/>
            <a:ext cx="27557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Findings:</a:t>
            </a:r>
          </a:p>
          <a:p>
            <a:r>
              <a:rPr lang="en-IN" dirty="0"/>
              <a:t>	• Airport location shows higher supply shortages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EDDF6-7BE9-B631-1620-23D10A554FCD}"/>
              </a:ext>
            </a:extLst>
          </p:cNvPr>
          <p:cNvSpPr txBox="1"/>
          <p:nvPr/>
        </p:nvSpPr>
        <p:spPr>
          <a:xfrm>
            <a:off x="1320194" y="5420003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Business Impact:</a:t>
            </a:r>
          </a:p>
          <a:p>
            <a:r>
              <a:rPr lang="en-IN" dirty="0"/>
              <a:t>	Need better driver allocation near airports.</a:t>
            </a:r>
          </a:p>
        </p:txBody>
      </p:sp>
    </p:spTree>
    <p:extLst>
      <p:ext uri="{BB962C8B-B14F-4D97-AF65-F5344CB8AC3E}">
        <p14:creationId xmlns:p14="http://schemas.microsoft.com/office/powerpoint/2010/main" val="251595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9C64-0C1B-8873-D471-A0416C468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EA65B-04CF-8F4A-6A1D-2ED782C67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Queries Performed: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	</a:t>
            </a:r>
            <a:r>
              <a:rPr lang="en-IN" dirty="0"/>
              <a:t>• Ride Status Analysis</a:t>
            </a:r>
            <a:br>
              <a:rPr lang="en-IN" dirty="0"/>
            </a:br>
            <a:r>
              <a:rPr lang="en-IN" dirty="0"/>
              <a:t>	• Demand by Hour</a:t>
            </a:r>
            <a:br>
              <a:rPr lang="en-IN" dirty="0"/>
            </a:br>
            <a:r>
              <a:rPr lang="en-IN" dirty="0"/>
              <a:t>	• Cancellation Analysis</a:t>
            </a:r>
            <a:br>
              <a:rPr lang="en-IN" dirty="0"/>
            </a:br>
            <a:r>
              <a:rPr lang="en-IN" dirty="0"/>
              <a:t>	• No Cars Available Analysis</a:t>
            </a:r>
            <a:br>
              <a:rPr lang="en-IN" dirty="0"/>
            </a:br>
            <a:r>
              <a:rPr lang="en-IN" dirty="0"/>
              <a:t>	• Pickup Point Analysis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Purpose: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	</a:t>
            </a:r>
            <a:r>
              <a:rPr lang="en-IN" dirty="0"/>
              <a:t>Validate business insights using SQL.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183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3A713-E3BF-0992-B5D1-BC5FB421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/>
              <a:t>EXCEL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522AC-0F2B-8E97-2028-1D6E749BA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418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C690-A748-52BE-3AD3-62014956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KEY BUSINESS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E861C0-D302-7C6C-868F-3E6ED59EAF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100292"/>
            <a:ext cx="984523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rial" panose="020B0604020202020204" pitchFamily="34" charset="0"/>
              </a:rPr>
              <a:t>Significant demand-supply gap exists.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Peak-hour driver shortages affect service quality.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Airport pickups experience more supply issues.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Driver cancellations reduce ride completion rates.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5444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59E5-EA8D-0E0E-7DDD-D1DAC10E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RECOMMENDATIONS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A865D-0704-B86D-56B6-CBAA4407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• Increase drivers during peak hours</a:t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• Improve airport driver allocation</a:t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• Reduce driver cancellations</a:t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• Introduce driver incentive programs</a:t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• Implement smart driver allocation</a:t>
            </a:r>
          </a:p>
        </p:txBody>
      </p:sp>
    </p:spTree>
    <p:extLst>
      <p:ext uri="{BB962C8B-B14F-4D97-AF65-F5344CB8AC3E}">
        <p14:creationId xmlns:p14="http://schemas.microsoft.com/office/powerpoint/2010/main" val="1711820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84A0-0683-D720-BF7C-B5D01BAFD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7A23E-0F30-BEB3-C358-931C73B10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The analysis identified major demand-supply gaps caused by driver shortages and ride cancellations. Strategic driver allocation and peak-hour planning can significantly improve ride completion rates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2063832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A6EAB-633A-1C08-CD62-2FED3B277401}"/>
              </a:ext>
            </a:extLst>
          </p:cNvPr>
          <p:cNvSpPr txBox="1"/>
          <p:nvPr/>
        </p:nvSpPr>
        <p:spPr>
          <a:xfrm>
            <a:off x="3047035" y="3247227"/>
            <a:ext cx="62821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1107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546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             Uber Demand-Supply Gap Analysis</vt:lpstr>
      <vt:lpstr>BUSINESS PROBLEM</vt:lpstr>
      <vt:lpstr>DATASET OVERVIEW </vt:lpstr>
      <vt:lpstr>DATA CLEANING &amp; PREPROCESSING</vt:lpstr>
      <vt:lpstr>RIDE STATUS ANALYSIS </vt:lpstr>
      <vt:lpstr>HOURLY DEMAND ANALYSIS</vt:lpstr>
      <vt:lpstr>NO CARS AVAILABLE ANALYSIS</vt:lpstr>
      <vt:lpstr>CANCELLATION ANALYSIS</vt:lpstr>
      <vt:lpstr>AIRPORT VS CITY ANALYSIS</vt:lpstr>
      <vt:lpstr>SQL ANALYSIS</vt:lpstr>
      <vt:lpstr>EXCEL DASHBOARD</vt:lpstr>
      <vt:lpstr>KEY BUSINESS INSIGHTS</vt:lpstr>
      <vt:lpstr>RECOMMENDATIONS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kavirethna poovaragavan</dc:creator>
  <cp:lastModifiedBy>kavirethna poovaragavan</cp:lastModifiedBy>
  <cp:revision>2</cp:revision>
  <dcterms:created xsi:type="dcterms:W3CDTF">2026-06-06T15:44:43Z</dcterms:created>
  <dcterms:modified xsi:type="dcterms:W3CDTF">2026-06-07T07:07:27Z</dcterms:modified>
</cp:coreProperties>
</file>